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6869113" cy="6869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/>
    <p:restoredTop sz="94694"/>
  </p:normalViewPr>
  <p:slideViewPr>
    <p:cSldViewPr snapToGrid="0">
      <p:cViewPr varScale="1">
        <p:scale>
          <a:sx n="116" d="100"/>
          <a:sy n="116" d="100"/>
        </p:scale>
        <p:origin x="2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84" y="1124182"/>
            <a:ext cx="5838746" cy="2391469"/>
          </a:xfrm>
        </p:spPr>
        <p:txBody>
          <a:bodyPr anchor="b"/>
          <a:lstStyle>
            <a:lvl1pPr algn="ctr">
              <a:defRPr sz="45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639" y="3607875"/>
            <a:ext cx="5151835" cy="1658445"/>
          </a:xfrm>
        </p:spPr>
        <p:txBody>
          <a:bodyPr/>
          <a:lstStyle>
            <a:lvl1pPr marL="0" indent="0" algn="ctr">
              <a:buNone/>
              <a:defRPr sz="1803"/>
            </a:lvl1pPr>
            <a:lvl2pPr marL="343449" indent="0" algn="ctr">
              <a:buNone/>
              <a:defRPr sz="1502"/>
            </a:lvl2pPr>
            <a:lvl3pPr marL="686897" indent="0" algn="ctr">
              <a:buNone/>
              <a:defRPr sz="1352"/>
            </a:lvl3pPr>
            <a:lvl4pPr marL="1030346" indent="0" algn="ctr">
              <a:buNone/>
              <a:defRPr sz="1202"/>
            </a:lvl4pPr>
            <a:lvl5pPr marL="1373795" indent="0" algn="ctr">
              <a:buNone/>
              <a:defRPr sz="1202"/>
            </a:lvl5pPr>
            <a:lvl6pPr marL="1717243" indent="0" algn="ctr">
              <a:buNone/>
              <a:defRPr sz="1202"/>
            </a:lvl6pPr>
            <a:lvl7pPr marL="2060692" indent="0" algn="ctr">
              <a:buNone/>
              <a:defRPr sz="1202"/>
            </a:lvl7pPr>
            <a:lvl8pPr marL="2404140" indent="0" algn="ctr">
              <a:buNone/>
              <a:defRPr sz="1202"/>
            </a:lvl8pPr>
            <a:lvl9pPr marL="2747589" indent="0" algn="ctr">
              <a:buNone/>
              <a:defRPr sz="12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80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74" y="1712510"/>
            <a:ext cx="5924610" cy="2857360"/>
          </a:xfrm>
        </p:spPr>
        <p:txBody>
          <a:bodyPr anchor="b"/>
          <a:lstStyle>
            <a:lvl1pPr>
              <a:defRPr sz="45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674" y="4596901"/>
            <a:ext cx="5924610" cy="1502618"/>
          </a:xfrm>
        </p:spPr>
        <p:txBody>
          <a:bodyPr/>
          <a:lstStyle>
            <a:lvl1pPr marL="0" indent="0">
              <a:buNone/>
              <a:defRPr sz="1803">
                <a:solidFill>
                  <a:schemeClr val="tx1">
                    <a:tint val="82000"/>
                  </a:schemeClr>
                </a:solidFill>
              </a:defRPr>
            </a:lvl1pPr>
            <a:lvl2pPr marL="343449" indent="0">
              <a:buNone/>
              <a:defRPr sz="1502">
                <a:solidFill>
                  <a:schemeClr val="tx1">
                    <a:tint val="82000"/>
                  </a:schemeClr>
                </a:solidFill>
              </a:defRPr>
            </a:lvl2pPr>
            <a:lvl3pPr marL="686897" indent="0">
              <a:buNone/>
              <a:defRPr sz="1352">
                <a:solidFill>
                  <a:schemeClr val="tx1">
                    <a:tint val="82000"/>
                  </a:schemeClr>
                </a:solidFill>
              </a:defRPr>
            </a:lvl3pPr>
            <a:lvl4pPr marL="1030346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4pPr>
            <a:lvl5pPr marL="1373795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5pPr>
            <a:lvl6pPr marL="1717243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6pPr>
            <a:lvl7pPr marL="2060692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7pPr>
            <a:lvl8pPr marL="2404140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8pPr>
            <a:lvl9pPr marL="2747589" indent="0">
              <a:buNone/>
              <a:defRPr sz="120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252" y="1828583"/>
            <a:ext cx="2919373" cy="4358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488" y="1828583"/>
            <a:ext cx="2919373" cy="4358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9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146" y="365718"/>
            <a:ext cx="5924610" cy="13277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147" y="1683887"/>
            <a:ext cx="2905956" cy="825247"/>
          </a:xfrm>
        </p:spPr>
        <p:txBody>
          <a:bodyPr anchor="b"/>
          <a:lstStyle>
            <a:lvl1pPr marL="0" indent="0">
              <a:buNone/>
              <a:defRPr sz="1803" b="1"/>
            </a:lvl1pPr>
            <a:lvl2pPr marL="343449" indent="0">
              <a:buNone/>
              <a:defRPr sz="1502" b="1"/>
            </a:lvl2pPr>
            <a:lvl3pPr marL="686897" indent="0">
              <a:buNone/>
              <a:defRPr sz="1352" b="1"/>
            </a:lvl3pPr>
            <a:lvl4pPr marL="1030346" indent="0">
              <a:buNone/>
              <a:defRPr sz="1202" b="1"/>
            </a:lvl4pPr>
            <a:lvl5pPr marL="1373795" indent="0">
              <a:buNone/>
              <a:defRPr sz="1202" b="1"/>
            </a:lvl5pPr>
            <a:lvl6pPr marL="1717243" indent="0">
              <a:buNone/>
              <a:defRPr sz="1202" b="1"/>
            </a:lvl6pPr>
            <a:lvl7pPr marL="2060692" indent="0">
              <a:buNone/>
              <a:defRPr sz="1202" b="1"/>
            </a:lvl7pPr>
            <a:lvl8pPr marL="2404140" indent="0">
              <a:buNone/>
              <a:defRPr sz="1202" b="1"/>
            </a:lvl8pPr>
            <a:lvl9pPr marL="2747589" indent="0">
              <a:buNone/>
              <a:defRPr sz="12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147" y="2509134"/>
            <a:ext cx="2905956" cy="3690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7489" y="1683887"/>
            <a:ext cx="2920268" cy="825247"/>
          </a:xfrm>
        </p:spPr>
        <p:txBody>
          <a:bodyPr anchor="b"/>
          <a:lstStyle>
            <a:lvl1pPr marL="0" indent="0">
              <a:buNone/>
              <a:defRPr sz="1803" b="1"/>
            </a:lvl1pPr>
            <a:lvl2pPr marL="343449" indent="0">
              <a:buNone/>
              <a:defRPr sz="1502" b="1"/>
            </a:lvl2pPr>
            <a:lvl3pPr marL="686897" indent="0">
              <a:buNone/>
              <a:defRPr sz="1352" b="1"/>
            </a:lvl3pPr>
            <a:lvl4pPr marL="1030346" indent="0">
              <a:buNone/>
              <a:defRPr sz="1202" b="1"/>
            </a:lvl4pPr>
            <a:lvl5pPr marL="1373795" indent="0">
              <a:buNone/>
              <a:defRPr sz="1202" b="1"/>
            </a:lvl5pPr>
            <a:lvl6pPr marL="1717243" indent="0">
              <a:buNone/>
              <a:defRPr sz="1202" b="1"/>
            </a:lvl6pPr>
            <a:lvl7pPr marL="2060692" indent="0">
              <a:buNone/>
              <a:defRPr sz="1202" b="1"/>
            </a:lvl7pPr>
            <a:lvl8pPr marL="2404140" indent="0">
              <a:buNone/>
              <a:defRPr sz="1202" b="1"/>
            </a:lvl8pPr>
            <a:lvl9pPr marL="2747589" indent="0">
              <a:buNone/>
              <a:defRPr sz="12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7489" y="2509134"/>
            <a:ext cx="2920268" cy="3690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7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9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9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146" y="457941"/>
            <a:ext cx="2215468" cy="1602793"/>
          </a:xfrm>
        </p:spPr>
        <p:txBody>
          <a:bodyPr anchor="b"/>
          <a:lstStyle>
            <a:lvl1pPr>
              <a:defRPr sz="24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0268" y="989027"/>
            <a:ext cx="3477488" cy="4881522"/>
          </a:xfrm>
        </p:spPr>
        <p:txBody>
          <a:bodyPr/>
          <a:lstStyle>
            <a:lvl1pPr>
              <a:defRPr sz="2404"/>
            </a:lvl1pPr>
            <a:lvl2pPr>
              <a:defRPr sz="2103"/>
            </a:lvl2pPr>
            <a:lvl3pPr>
              <a:defRPr sz="1803"/>
            </a:lvl3pPr>
            <a:lvl4pPr>
              <a:defRPr sz="1502"/>
            </a:lvl4pPr>
            <a:lvl5pPr>
              <a:defRPr sz="1502"/>
            </a:lvl5pPr>
            <a:lvl6pPr>
              <a:defRPr sz="1502"/>
            </a:lvl6pPr>
            <a:lvl7pPr>
              <a:defRPr sz="1502"/>
            </a:lvl7pPr>
            <a:lvl8pPr>
              <a:defRPr sz="1502"/>
            </a:lvl8pPr>
            <a:lvl9pPr>
              <a:defRPr sz="15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146" y="2060734"/>
            <a:ext cx="2215468" cy="3817764"/>
          </a:xfrm>
        </p:spPr>
        <p:txBody>
          <a:bodyPr/>
          <a:lstStyle>
            <a:lvl1pPr marL="0" indent="0">
              <a:buNone/>
              <a:defRPr sz="1202"/>
            </a:lvl1pPr>
            <a:lvl2pPr marL="343449" indent="0">
              <a:buNone/>
              <a:defRPr sz="1052"/>
            </a:lvl2pPr>
            <a:lvl3pPr marL="686897" indent="0">
              <a:buNone/>
              <a:defRPr sz="901"/>
            </a:lvl3pPr>
            <a:lvl4pPr marL="1030346" indent="0">
              <a:buNone/>
              <a:defRPr sz="751"/>
            </a:lvl4pPr>
            <a:lvl5pPr marL="1373795" indent="0">
              <a:buNone/>
              <a:defRPr sz="751"/>
            </a:lvl5pPr>
            <a:lvl6pPr marL="1717243" indent="0">
              <a:buNone/>
              <a:defRPr sz="751"/>
            </a:lvl6pPr>
            <a:lvl7pPr marL="2060692" indent="0">
              <a:buNone/>
              <a:defRPr sz="751"/>
            </a:lvl7pPr>
            <a:lvl8pPr marL="2404140" indent="0">
              <a:buNone/>
              <a:defRPr sz="751"/>
            </a:lvl8pPr>
            <a:lvl9pPr marL="2747589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4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146" y="457941"/>
            <a:ext cx="2215468" cy="1602793"/>
          </a:xfrm>
        </p:spPr>
        <p:txBody>
          <a:bodyPr anchor="b"/>
          <a:lstStyle>
            <a:lvl1pPr>
              <a:defRPr sz="24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20268" y="989027"/>
            <a:ext cx="3477488" cy="4881522"/>
          </a:xfrm>
        </p:spPr>
        <p:txBody>
          <a:bodyPr anchor="t"/>
          <a:lstStyle>
            <a:lvl1pPr marL="0" indent="0">
              <a:buNone/>
              <a:defRPr sz="2404"/>
            </a:lvl1pPr>
            <a:lvl2pPr marL="343449" indent="0">
              <a:buNone/>
              <a:defRPr sz="2103"/>
            </a:lvl2pPr>
            <a:lvl3pPr marL="686897" indent="0">
              <a:buNone/>
              <a:defRPr sz="1803"/>
            </a:lvl3pPr>
            <a:lvl4pPr marL="1030346" indent="0">
              <a:buNone/>
              <a:defRPr sz="1502"/>
            </a:lvl4pPr>
            <a:lvl5pPr marL="1373795" indent="0">
              <a:buNone/>
              <a:defRPr sz="1502"/>
            </a:lvl5pPr>
            <a:lvl6pPr marL="1717243" indent="0">
              <a:buNone/>
              <a:defRPr sz="1502"/>
            </a:lvl6pPr>
            <a:lvl7pPr marL="2060692" indent="0">
              <a:buNone/>
              <a:defRPr sz="1502"/>
            </a:lvl7pPr>
            <a:lvl8pPr marL="2404140" indent="0">
              <a:buNone/>
              <a:defRPr sz="1502"/>
            </a:lvl8pPr>
            <a:lvl9pPr marL="2747589" indent="0">
              <a:buNone/>
              <a:defRPr sz="15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146" y="2060734"/>
            <a:ext cx="2215468" cy="3817764"/>
          </a:xfrm>
        </p:spPr>
        <p:txBody>
          <a:bodyPr/>
          <a:lstStyle>
            <a:lvl1pPr marL="0" indent="0">
              <a:buNone/>
              <a:defRPr sz="1202"/>
            </a:lvl1pPr>
            <a:lvl2pPr marL="343449" indent="0">
              <a:buNone/>
              <a:defRPr sz="1052"/>
            </a:lvl2pPr>
            <a:lvl3pPr marL="686897" indent="0">
              <a:buNone/>
              <a:defRPr sz="901"/>
            </a:lvl3pPr>
            <a:lvl4pPr marL="1030346" indent="0">
              <a:buNone/>
              <a:defRPr sz="751"/>
            </a:lvl4pPr>
            <a:lvl5pPr marL="1373795" indent="0">
              <a:buNone/>
              <a:defRPr sz="751"/>
            </a:lvl5pPr>
            <a:lvl6pPr marL="1717243" indent="0">
              <a:buNone/>
              <a:defRPr sz="751"/>
            </a:lvl6pPr>
            <a:lvl7pPr marL="2060692" indent="0">
              <a:buNone/>
              <a:defRPr sz="751"/>
            </a:lvl7pPr>
            <a:lvl8pPr marL="2404140" indent="0">
              <a:buNone/>
              <a:defRPr sz="751"/>
            </a:lvl8pPr>
            <a:lvl9pPr marL="2747589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2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15710" y="365717"/>
            <a:ext cx="1481152" cy="5821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2252" y="365717"/>
            <a:ext cx="4357594" cy="5821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2252" y="365718"/>
            <a:ext cx="5924610" cy="1327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252" y="1828583"/>
            <a:ext cx="5924610" cy="4358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252" y="6366651"/>
            <a:ext cx="1545550" cy="365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0ABC3-6FBC-C141-8275-3D0FFA0EC5C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5394" y="6366651"/>
            <a:ext cx="2318326" cy="365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51311" y="6366651"/>
            <a:ext cx="1545550" cy="365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38E3D-514F-064D-AD4C-2B2A6B23B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4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97" rtl="0" eaLnBrk="1" latinLnBrk="0" hangingPunct="1">
        <a:lnSpc>
          <a:spcPct val="90000"/>
        </a:lnSpc>
        <a:spcBef>
          <a:spcPct val="0"/>
        </a:spcBef>
        <a:buNone/>
        <a:defRPr sz="33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724" indent="-171724" algn="l" defTabSz="68689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3" kern="1200">
          <a:solidFill>
            <a:schemeClr val="tx1"/>
          </a:solidFill>
          <a:latin typeface="+mn-lt"/>
          <a:ea typeface="+mn-ea"/>
          <a:cs typeface="+mn-cs"/>
        </a:defRPr>
      </a:lvl1pPr>
      <a:lvl2pPr marL="515173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803" kern="1200">
          <a:solidFill>
            <a:schemeClr val="tx1"/>
          </a:solidFill>
          <a:latin typeface="+mn-lt"/>
          <a:ea typeface="+mn-ea"/>
          <a:cs typeface="+mn-cs"/>
        </a:defRPr>
      </a:lvl2pPr>
      <a:lvl3pPr marL="858622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502" kern="1200">
          <a:solidFill>
            <a:schemeClr val="tx1"/>
          </a:solidFill>
          <a:latin typeface="+mn-lt"/>
          <a:ea typeface="+mn-ea"/>
          <a:cs typeface="+mn-cs"/>
        </a:defRPr>
      </a:lvl3pPr>
      <a:lvl4pPr marL="1202070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5519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8968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32416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5865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9313" indent="-171724" algn="l" defTabSz="686897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3449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6897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30346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3795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7243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60692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4140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7589" algn="l" defTabSz="686897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86D8-55D1-8021-1BBB-5608F7CD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59CD0E-7B01-3BEA-5447-B11FECE1B9B3}"/>
              </a:ext>
            </a:extLst>
          </p:cNvPr>
          <p:cNvSpPr/>
          <p:nvPr/>
        </p:nvSpPr>
        <p:spPr>
          <a:xfrm>
            <a:off x="0" y="0"/>
            <a:ext cx="6880016" cy="6880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0590EED3-E41B-6153-5768-7B37D45136E8}"/>
              </a:ext>
            </a:extLst>
          </p:cNvPr>
          <p:cNvSpPr/>
          <p:nvPr/>
        </p:nvSpPr>
        <p:spPr>
          <a:xfrm>
            <a:off x="1011614" y="1171065"/>
            <a:ext cx="4856789" cy="418688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92FA1926-D0A3-34AC-2A2F-DF3DA97B980F}"/>
              </a:ext>
            </a:extLst>
          </p:cNvPr>
          <p:cNvSpPr/>
          <p:nvPr/>
        </p:nvSpPr>
        <p:spPr>
          <a:xfrm>
            <a:off x="1011614" y="3577070"/>
            <a:ext cx="4856789" cy="180291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EE65A241-5470-EE2E-5E8C-67B806F127BA}"/>
              </a:ext>
            </a:extLst>
          </p:cNvPr>
          <p:cNvSpPr/>
          <p:nvPr/>
        </p:nvSpPr>
        <p:spPr>
          <a:xfrm rot="10800000">
            <a:off x="2313393" y="3130526"/>
            <a:ext cx="2253231" cy="44959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0B15D7-397A-B64D-B6DF-D55BEE84D915}"/>
              </a:ext>
            </a:extLst>
          </p:cNvPr>
          <p:cNvSpPr/>
          <p:nvPr/>
        </p:nvSpPr>
        <p:spPr>
          <a:xfrm>
            <a:off x="3029772" y="2149029"/>
            <a:ext cx="820474" cy="8204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44E69-16DB-BD34-F00B-14AF68ED5B7D}"/>
              </a:ext>
            </a:extLst>
          </p:cNvPr>
          <p:cNvSpPr txBox="1"/>
          <p:nvPr/>
        </p:nvSpPr>
        <p:spPr>
          <a:xfrm>
            <a:off x="0" y="5429967"/>
            <a:ext cx="686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pace Grotesk" pitchFamily="2" charset="77"/>
                <a:cs typeface="Space Grotesk" pitchFamily="2" charset="77"/>
              </a:rPr>
              <a:t>APEX </a:t>
            </a:r>
            <a:r>
              <a:rPr lang="en-US" sz="3600" b="1" dirty="0">
                <a:solidFill>
                  <a:schemeClr val="bg1"/>
                </a:solidFill>
                <a:latin typeface="Space Grotesk" pitchFamily="2" charset="77"/>
                <a:ea typeface="Inter" panose="02000503000000020004" pitchFamily="2" charset="0"/>
                <a:cs typeface="Space Grotesk" pitchFamily="2" charset="77"/>
              </a:rPr>
              <a:t>HUMAN</a:t>
            </a:r>
          </a:p>
        </p:txBody>
      </p:sp>
    </p:spTree>
    <p:extLst>
      <p:ext uri="{BB962C8B-B14F-4D97-AF65-F5344CB8AC3E}">
        <p14:creationId xmlns:p14="http://schemas.microsoft.com/office/powerpoint/2010/main" val="420648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A860-1EB4-7719-5210-6417D3CE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D13F4000-48AF-203C-EFFE-800CED180EC2}"/>
              </a:ext>
            </a:extLst>
          </p:cNvPr>
          <p:cNvSpPr/>
          <p:nvPr/>
        </p:nvSpPr>
        <p:spPr>
          <a:xfrm>
            <a:off x="1011600" y="1170000"/>
            <a:ext cx="4856789" cy="418688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6F039E23-B591-D621-3F85-819A875975C2}"/>
              </a:ext>
            </a:extLst>
          </p:cNvPr>
          <p:cNvSpPr/>
          <p:nvPr/>
        </p:nvSpPr>
        <p:spPr>
          <a:xfrm>
            <a:off x="1011600" y="3572022"/>
            <a:ext cx="4856789" cy="18029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F5DCDB3A-0135-7F60-5BA5-CA44538B208D}"/>
              </a:ext>
            </a:extLst>
          </p:cNvPr>
          <p:cNvSpPr/>
          <p:nvPr/>
        </p:nvSpPr>
        <p:spPr>
          <a:xfrm rot="10800000">
            <a:off x="2313379" y="3129461"/>
            <a:ext cx="2253231" cy="4495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2C9316-4013-F12B-4CB0-6E8301AAF78C}"/>
              </a:ext>
            </a:extLst>
          </p:cNvPr>
          <p:cNvSpPr/>
          <p:nvPr/>
        </p:nvSpPr>
        <p:spPr>
          <a:xfrm>
            <a:off x="3029758" y="2147964"/>
            <a:ext cx="820474" cy="82047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950A0-0B38-DFBA-CA42-E2E0307D2A3E}"/>
              </a:ext>
            </a:extLst>
          </p:cNvPr>
          <p:cNvSpPr txBox="1"/>
          <p:nvPr/>
        </p:nvSpPr>
        <p:spPr>
          <a:xfrm>
            <a:off x="0" y="5429967"/>
            <a:ext cx="686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pace Grotesk" pitchFamily="2" charset="77"/>
                <a:cs typeface="Space Grotesk" pitchFamily="2" charset="77"/>
              </a:rPr>
              <a:t>APEX </a:t>
            </a:r>
            <a:r>
              <a:rPr lang="en-US" sz="3600" b="1" dirty="0">
                <a:solidFill>
                  <a:schemeClr val="bg1"/>
                </a:solidFill>
                <a:latin typeface="Space Grotesk" pitchFamily="2" charset="77"/>
                <a:ea typeface="Inter" panose="02000503000000020004" pitchFamily="2" charset="0"/>
                <a:cs typeface="Space Grotesk" pitchFamily="2" charset="77"/>
              </a:rPr>
              <a:t>HUMAN</a:t>
            </a:r>
          </a:p>
        </p:txBody>
      </p:sp>
    </p:spTree>
    <p:extLst>
      <p:ext uri="{BB962C8B-B14F-4D97-AF65-F5344CB8AC3E}">
        <p14:creationId xmlns:p14="http://schemas.microsoft.com/office/powerpoint/2010/main" val="2223661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5ADE-E0CB-A9AE-EF67-C0BED63D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618EA-365D-93B0-2F68-A765E36F4715}"/>
              </a:ext>
            </a:extLst>
          </p:cNvPr>
          <p:cNvSpPr/>
          <p:nvPr/>
        </p:nvSpPr>
        <p:spPr>
          <a:xfrm>
            <a:off x="-5452" y="-5452"/>
            <a:ext cx="6880016" cy="6880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D82DFA9B-0951-36A4-1F59-8EF38669C32E}"/>
              </a:ext>
            </a:extLst>
          </p:cNvPr>
          <p:cNvSpPr/>
          <p:nvPr/>
        </p:nvSpPr>
        <p:spPr>
          <a:xfrm>
            <a:off x="1011600" y="1170000"/>
            <a:ext cx="4856789" cy="418688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0B0844A-BC76-0B3F-7145-7D4AC75A4FDE}"/>
              </a:ext>
            </a:extLst>
          </p:cNvPr>
          <p:cNvSpPr/>
          <p:nvPr/>
        </p:nvSpPr>
        <p:spPr>
          <a:xfrm>
            <a:off x="1011600" y="3572022"/>
            <a:ext cx="4856789" cy="18029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14FCE0B4-D8F2-7A4C-B731-BAD5087D1D90}"/>
              </a:ext>
            </a:extLst>
          </p:cNvPr>
          <p:cNvSpPr/>
          <p:nvPr/>
        </p:nvSpPr>
        <p:spPr>
          <a:xfrm rot="10800000">
            <a:off x="2313379" y="3129461"/>
            <a:ext cx="2253231" cy="44959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7A661C-2E59-87C7-129C-2B0648EFD28C}"/>
              </a:ext>
            </a:extLst>
          </p:cNvPr>
          <p:cNvSpPr/>
          <p:nvPr/>
        </p:nvSpPr>
        <p:spPr>
          <a:xfrm>
            <a:off x="3029758" y="2147964"/>
            <a:ext cx="820474" cy="8204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64550-D6DE-A2E0-CEA1-FBDFCFE2765F}"/>
              </a:ext>
            </a:extLst>
          </p:cNvPr>
          <p:cNvSpPr txBox="1"/>
          <p:nvPr/>
        </p:nvSpPr>
        <p:spPr>
          <a:xfrm>
            <a:off x="0" y="5429967"/>
            <a:ext cx="686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Space Grotesk" pitchFamily="2" charset="77"/>
                <a:cs typeface="Space Grotesk" pitchFamily="2" charset="77"/>
              </a:rPr>
              <a:t>APEX </a:t>
            </a:r>
            <a:r>
              <a:rPr lang="en-US" sz="3600" b="1" dirty="0">
                <a:latin typeface="Space Grotesk" pitchFamily="2" charset="77"/>
                <a:ea typeface="Inter" panose="02000503000000020004" pitchFamily="2" charset="0"/>
                <a:cs typeface="Space Grotesk" pitchFamily="2" charset="77"/>
              </a:rPr>
              <a:t>HUMAN</a:t>
            </a:r>
          </a:p>
        </p:txBody>
      </p:sp>
    </p:spTree>
    <p:extLst>
      <p:ext uri="{BB962C8B-B14F-4D97-AF65-F5344CB8AC3E}">
        <p14:creationId xmlns:p14="http://schemas.microsoft.com/office/powerpoint/2010/main" val="102633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8313-60DA-E7F3-B16A-B0D1BE08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F484AA71-8483-7295-3B46-0E414BD43C21}"/>
              </a:ext>
            </a:extLst>
          </p:cNvPr>
          <p:cNvSpPr/>
          <p:nvPr/>
        </p:nvSpPr>
        <p:spPr>
          <a:xfrm>
            <a:off x="1011600" y="1170000"/>
            <a:ext cx="4856789" cy="418688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9A63877A-5538-43F3-82D8-307FF6AB59AB}"/>
              </a:ext>
            </a:extLst>
          </p:cNvPr>
          <p:cNvSpPr/>
          <p:nvPr/>
        </p:nvSpPr>
        <p:spPr>
          <a:xfrm>
            <a:off x="1011600" y="3572022"/>
            <a:ext cx="4856789" cy="180291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BC7EB314-854F-BF5D-F6DA-9B7A12A9E21F}"/>
              </a:ext>
            </a:extLst>
          </p:cNvPr>
          <p:cNvSpPr/>
          <p:nvPr/>
        </p:nvSpPr>
        <p:spPr>
          <a:xfrm rot="10800000">
            <a:off x="2313379" y="3129461"/>
            <a:ext cx="2253231" cy="4495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A06EE1-31A5-0472-BF7E-9A4803AA9EFD}"/>
              </a:ext>
            </a:extLst>
          </p:cNvPr>
          <p:cNvSpPr/>
          <p:nvPr/>
        </p:nvSpPr>
        <p:spPr>
          <a:xfrm>
            <a:off x="3029758" y="2147964"/>
            <a:ext cx="820474" cy="82047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3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7765A-6935-9045-84AB-2DF5C8A14399}"/>
              </a:ext>
            </a:extLst>
          </p:cNvPr>
          <p:cNvSpPr txBox="1"/>
          <p:nvPr/>
        </p:nvSpPr>
        <p:spPr>
          <a:xfrm>
            <a:off x="0" y="5429967"/>
            <a:ext cx="686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Space Grotesk" pitchFamily="2" charset="77"/>
                <a:cs typeface="Space Grotesk" pitchFamily="2" charset="77"/>
              </a:rPr>
              <a:t>APEX </a:t>
            </a:r>
            <a:r>
              <a:rPr lang="en-US" sz="3600" b="1" dirty="0">
                <a:latin typeface="Space Grotesk" pitchFamily="2" charset="77"/>
                <a:ea typeface="Inter" panose="02000503000000020004" pitchFamily="2" charset="0"/>
                <a:cs typeface="Space Grotesk" pitchFamily="2" charset="77"/>
              </a:rPr>
              <a:t>HUMAN</a:t>
            </a:r>
          </a:p>
        </p:txBody>
      </p:sp>
    </p:spTree>
    <p:extLst>
      <p:ext uri="{BB962C8B-B14F-4D97-AF65-F5344CB8AC3E}">
        <p14:creationId xmlns:p14="http://schemas.microsoft.com/office/powerpoint/2010/main" val="2152273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8</Words>
  <Application>Microsoft Macintosh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Wesley Que</dc:creator>
  <cp:lastModifiedBy>Shaun Wesley Que</cp:lastModifiedBy>
  <cp:revision>6</cp:revision>
  <dcterms:created xsi:type="dcterms:W3CDTF">2026-03-23T12:18:22Z</dcterms:created>
  <dcterms:modified xsi:type="dcterms:W3CDTF">2026-03-24T02:49:12Z</dcterms:modified>
</cp:coreProperties>
</file>